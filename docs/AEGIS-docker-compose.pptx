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3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5400C-D006-41E6-8983-5DF352DBF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FFA0E-B91C-4F79-B06B-BFEE442AD7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B1974-9CDB-400B-9B2A-8C687498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12F31-15C5-48C1-8323-F299022F1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07D1-8E36-456B-9DDA-33CC886C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9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183C2-468F-4286-9C2E-08EF35527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7B01A-14A2-4F72-A8A9-66F093DBC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1D77-4166-429A-BDFE-E4EB0E65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14821-6456-414F-A8B2-4BE5684F0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A8407-B270-4008-B989-9A492FDC5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1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2D18B-114B-4F9F-97ED-74D9A4CF1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7A133E-965A-40BC-BF01-DE76E1BCA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62F93-83BA-4AB0-93C0-17AEE476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731BF-9943-4713-A07D-524385DA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BD6C0-72FB-4C33-AD2B-730D66FB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68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638B-55DC-45EE-AAAE-9643DC49D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7444-5009-4940-96FD-68FBE9694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0D78ED-40DA-4594-8CDD-AA85C578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2117CF-C61B-4BF8-A34F-A4BF1166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EB0581-6AC9-470F-B0E7-44BA0580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2E529-538C-413A-89FD-4752D902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27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5782-CE93-4364-860F-6FB1314E9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C7626-9FDB-454A-89B7-B0DD8EC4D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9E259-49CE-486B-A526-AD57AF797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D0DD88-F180-49AD-A648-9DD682D75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FEE32-D753-49BB-91EC-9672C66CC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03D97-EC5D-4FB5-B831-1A46A28D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0711D2-0DAD-4F4F-9857-2CD7F29E6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4C88E0-1A9C-4E63-8F5D-ADF16883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4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3075-3339-4570-B4F7-ED740466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751A8A-63E7-4DBF-B679-69E5C942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BC757-6788-494C-9CD4-C0376CCBA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59558B-29FE-4EDB-A61E-A37E3393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456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E20540-EE19-4FE3-9A39-137B850A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D9538-9F9D-4881-B799-98F31309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240F-1D66-4C1B-A874-1CD306713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6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EDC23-4CE6-4C8F-9543-1F2F0C1D2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C2187-4B06-4B6D-ACBF-7903574B3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92A1D-73A9-49C1-A1BB-1A2B6BE125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EB0AC2-76F7-4F33-BB99-ABA1BE596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FB584-C907-49B0-BAD1-CFAB194C5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D0B15-22CF-4FEC-8D11-FABE4887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56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BAA7A-5F4C-482C-B4DE-D641002DB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62BB6-BD9B-4A50-A49D-4064A6ADD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C92737-7F85-4865-ABE6-2E5FF60B7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860CFC-9B82-43B9-9BFF-9E7238CC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C66BC-AC87-42E8-A2CE-375E0FAE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9A49C-9A3C-4294-82CE-B1231AA76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2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31764-E55B-4D36-8D0D-F6DB76B9C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335B6-5B20-40BB-B17E-9C211E615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76FC9-1D6B-44EB-B37C-901AD538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8B6E0-29A2-4AEB-A618-9A7C1C99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E80E-D3A2-46ED-96B5-331009F8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3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833AF-6679-4664-9B14-E7A4E3ECD5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6FE91-944F-4E32-9773-2C0626D42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5FD1-56AC-4FDA-B695-5859309E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19B18-2C2C-43D1-BE3B-6DEF4607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AF160-4886-445B-8CB9-99500E9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2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69DA1E-D9C8-426B-BA26-CF07FC94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39B3A-99D2-4EED-B200-79717751D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898E-FAB5-4D06-87E8-982F9400B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D30F7-BFD8-4BE1-95B5-817C9EB9A4BD}" type="datetimeFigureOut">
              <a:rPr lang="en-US" smtClean="0"/>
              <a:t>9/21/2022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2A881-B399-45C6-BC7D-76489DF0A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AF777-0A50-45A6-81BD-7D1E53BCC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74B8C-63F4-4DE2-AA1D-4887FA61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2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73A85D13-1AB1-4DCC-AE28-4339059512C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9265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AEGIS </a:t>
            </a:r>
            <a:r>
              <a:rPr lang="en-US"/>
              <a:t>docker-compose overview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BB0F6D8-FEE4-4068-AC32-C8615F164D52}"/>
              </a:ext>
            </a:extLst>
          </p:cNvPr>
          <p:cNvSpPr/>
          <p:nvPr/>
        </p:nvSpPr>
        <p:spPr>
          <a:xfrm>
            <a:off x="2292350" y="3414747"/>
            <a:ext cx="2613026" cy="1564179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182880" rtlCol="0" anchor="t"/>
          <a:lstStyle/>
          <a:p>
            <a:r>
              <a:rPr lang="en-US" u="sng" dirty="0"/>
              <a:t>Container: </a:t>
            </a:r>
            <a:r>
              <a:rPr lang="en-US" u="sng" dirty="0" err="1"/>
              <a:t>nextjs</a:t>
            </a:r>
            <a:endParaRPr lang="en-US" u="sng" dirty="0"/>
          </a:p>
          <a:p>
            <a:r>
              <a:rPr lang="en-US" dirty="0"/>
              <a:t>Serving `</a:t>
            </a:r>
            <a:r>
              <a:rPr lang="en-US" dirty="0" err="1"/>
              <a:t>npm</a:t>
            </a:r>
            <a:r>
              <a:rPr lang="en-US" dirty="0"/>
              <a:t> run start` for production docker and `</a:t>
            </a:r>
            <a:r>
              <a:rPr lang="en-US" dirty="0" err="1"/>
              <a:t>npm</a:t>
            </a:r>
            <a:r>
              <a:rPr lang="en-US" dirty="0"/>
              <a:t> run dev` for dev docker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E31BB0B-3507-497A-A693-8276C92CE6CB}"/>
              </a:ext>
            </a:extLst>
          </p:cNvPr>
          <p:cNvSpPr/>
          <p:nvPr/>
        </p:nvSpPr>
        <p:spPr>
          <a:xfrm>
            <a:off x="5099049" y="2555516"/>
            <a:ext cx="2125000" cy="590826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Volume: $NGINX_STATIC_DIR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2438072-6721-4B9E-82FB-82CD4B610FF7}"/>
              </a:ext>
            </a:extLst>
          </p:cNvPr>
          <p:cNvSpPr/>
          <p:nvPr/>
        </p:nvSpPr>
        <p:spPr>
          <a:xfrm>
            <a:off x="2292350" y="1459442"/>
            <a:ext cx="2613026" cy="1471901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/>
              <a:t>Container: NGINX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4F4B8C1-40AE-4723-A712-985F200F86E4}"/>
              </a:ext>
            </a:extLst>
          </p:cNvPr>
          <p:cNvSpPr/>
          <p:nvPr/>
        </p:nvSpPr>
        <p:spPr>
          <a:xfrm>
            <a:off x="2486024" y="1863727"/>
            <a:ext cx="2257426" cy="4164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0070C0"/>
                </a:solidFill>
              </a:rPr>
              <a:t>SERVE: static /static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44A58AD-1C0E-4AF2-A19D-7791FB0D69CB}"/>
              </a:ext>
            </a:extLst>
          </p:cNvPr>
          <p:cNvSpPr/>
          <p:nvPr/>
        </p:nvSpPr>
        <p:spPr>
          <a:xfrm>
            <a:off x="2486023" y="2384690"/>
            <a:ext cx="2257426" cy="416454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solidFill>
                  <a:srgbClr val="0070C0"/>
                </a:solidFill>
              </a:rPr>
              <a:t>SERVE: proxy /</a:t>
            </a:r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167177D6-FAE7-4C31-9D63-2332B978F575}"/>
              </a:ext>
            </a:extLst>
          </p:cNvPr>
          <p:cNvSpPr/>
          <p:nvPr/>
        </p:nvSpPr>
        <p:spPr>
          <a:xfrm>
            <a:off x="1028699" y="1466664"/>
            <a:ext cx="1362076" cy="1089931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        80/443</a:t>
            </a: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6EEA99A7-DCFE-460E-B040-508E66ED4C54}"/>
              </a:ext>
            </a:extLst>
          </p:cNvPr>
          <p:cNvSpPr/>
          <p:nvPr/>
        </p:nvSpPr>
        <p:spPr>
          <a:xfrm rot="5400000">
            <a:off x="3836006" y="2998925"/>
            <a:ext cx="895351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Arrow: Bent 75">
            <a:extLst>
              <a:ext uri="{FF2B5EF4-FFF2-40B4-BE49-F238E27FC236}">
                <a16:creationId xmlns:a16="http://schemas.microsoft.com/office/drawing/2014/main" id="{B217C48E-06A3-498B-AEB0-0E15CD10D53A}"/>
              </a:ext>
            </a:extLst>
          </p:cNvPr>
          <p:cNvSpPr/>
          <p:nvPr/>
        </p:nvSpPr>
        <p:spPr>
          <a:xfrm rot="5400000">
            <a:off x="5177760" y="1461954"/>
            <a:ext cx="590826" cy="1629832"/>
          </a:xfrm>
          <a:prstGeom prst="bentArrow">
            <a:avLst>
              <a:gd name="adj1" fmla="val 28815"/>
              <a:gd name="adj2" fmla="val 27560"/>
              <a:gd name="adj3" fmla="val 26754"/>
              <a:gd name="adj4" fmla="val 4375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5" name="Picture 2">
            <a:extLst>
              <a:ext uri="{FF2B5EF4-FFF2-40B4-BE49-F238E27FC236}">
                <a16:creationId xmlns:a16="http://schemas.microsoft.com/office/drawing/2014/main" id="{8B97946E-4E63-4859-8A74-3D20BC2D1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49" y="140203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Arrow: Bent 88">
            <a:extLst>
              <a:ext uri="{FF2B5EF4-FFF2-40B4-BE49-F238E27FC236}">
                <a16:creationId xmlns:a16="http://schemas.microsoft.com/office/drawing/2014/main" id="{462AB113-DA14-445C-B08E-84385AD18AC0}"/>
              </a:ext>
            </a:extLst>
          </p:cNvPr>
          <p:cNvSpPr/>
          <p:nvPr/>
        </p:nvSpPr>
        <p:spPr>
          <a:xfrm rot="5400000" flipH="1">
            <a:off x="5177760" y="2615640"/>
            <a:ext cx="590826" cy="1629832"/>
          </a:xfrm>
          <a:prstGeom prst="bentArrow">
            <a:avLst>
              <a:gd name="adj1" fmla="val 28815"/>
              <a:gd name="adj2" fmla="val 27560"/>
              <a:gd name="adj3" fmla="val 26754"/>
              <a:gd name="adj4" fmla="val 4375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7D55EC-7850-4E63-B067-A4B42CF17141}"/>
              </a:ext>
            </a:extLst>
          </p:cNvPr>
          <p:cNvSpPr/>
          <p:nvPr/>
        </p:nvSpPr>
        <p:spPr>
          <a:xfrm>
            <a:off x="2292350" y="5831607"/>
            <a:ext cx="2613026" cy="722841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/>
              <a:t>Container: database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06FD8F8-5F5E-43C2-B10F-EC8BB5A9D82F}"/>
              </a:ext>
            </a:extLst>
          </p:cNvPr>
          <p:cNvSpPr/>
          <p:nvPr/>
        </p:nvSpPr>
        <p:spPr>
          <a:xfrm rot="5400000">
            <a:off x="3919987" y="5226964"/>
            <a:ext cx="1291591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EF5AF9-D1EE-462C-AAB7-5B94CC2103CC}"/>
              </a:ext>
            </a:extLst>
          </p:cNvPr>
          <p:cNvSpPr/>
          <p:nvPr/>
        </p:nvSpPr>
        <p:spPr>
          <a:xfrm>
            <a:off x="5885506" y="4638046"/>
            <a:ext cx="1793873" cy="371475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Volume: .env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E84A0C5-FCC6-4A67-92E5-3DDC7C0CE608}"/>
              </a:ext>
            </a:extLst>
          </p:cNvPr>
          <p:cNvSpPr/>
          <p:nvPr/>
        </p:nvSpPr>
        <p:spPr>
          <a:xfrm>
            <a:off x="4743449" y="4645827"/>
            <a:ext cx="1142057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ED40D9-E5C5-4960-8F8F-270558B71EF2}"/>
              </a:ext>
            </a:extLst>
          </p:cNvPr>
          <p:cNvSpPr/>
          <p:nvPr/>
        </p:nvSpPr>
        <p:spPr>
          <a:xfrm>
            <a:off x="5800314" y="5930780"/>
            <a:ext cx="2613026" cy="636066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Volume: $DOCKER_DB_DATA_DIR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89B170F-5F0B-44B6-AD02-70AF95EFCE79}"/>
              </a:ext>
            </a:extLst>
          </p:cNvPr>
          <p:cNvSpPr/>
          <p:nvPr/>
        </p:nvSpPr>
        <p:spPr>
          <a:xfrm>
            <a:off x="4658257" y="6186059"/>
            <a:ext cx="1142057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888D1B-C9E7-40E9-AF4F-F63548C329E1}"/>
              </a:ext>
            </a:extLst>
          </p:cNvPr>
          <p:cNvSpPr/>
          <p:nvPr/>
        </p:nvSpPr>
        <p:spPr>
          <a:xfrm>
            <a:off x="8522263" y="4296711"/>
            <a:ext cx="2451100" cy="371475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66"/>
                </a:solidFill>
              </a:rPr>
              <a:t>Volume: node_modules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34F9FBD-1D1F-4530-ABC7-3E4292F47B86}"/>
              </a:ext>
            </a:extLst>
          </p:cNvPr>
          <p:cNvSpPr/>
          <p:nvPr/>
        </p:nvSpPr>
        <p:spPr>
          <a:xfrm>
            <a:off x="4736073" y="4226303"/>
            <a:ext cx="3806826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rgbClr val="FFFF66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F3096C-6D7B-4EC9-9A59-4AE85BCEB17C}"/>
              </a:ext>
            </a:extLst>
          </p:cNvPr>
          <p:cNvSpPr/>
          <p:nvPr/>
        </p:nvSpPr>
        <p:spPr>
          <a:xfrm>
            <a:off x="8542897" y="3816728"/>
            <a:ext cx="1481319" cy="371475"/>
          </a:xfrm>
          <a:prstGeom prst="rect">
            <a:avLst/>
          </a:prstGeom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66"/>
                </a:solidFill>
              </a:rPr>
              <a:t>Volume: /app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0787A8B0-02CE-41AF-AB7C-2A5533EED2EA}"/>
              </a:ext>
            </a:extLst>
          </p:cNvPr>
          <p:cNvSpPr/>
          <p:nvPr/>
        </p:nvSpPr>
        <p:spPr>
          <a:xfrm>
            <a:off x="4736073" y="3836389"/>
            <a:ext cx="3806825" cy="355332"/>
          </a:xfrm>
          <a:prstGeom prst="rightArrow">
            <a:avLst>
              <a:gd name="adj1" fmla="val 42857"/>
              <a:gd name="adj2" fmla="val 43760"/>
            </a:avLst>
          </a:prstGeom>
          <a:solidFill>
            <a:srgbClr val="FFFF66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EE8DF6-00CD-42AF-8FEC-F1128EE403DF}"/>
              </a:ext>
            </a:extLst>
          </p:cNvPr>
          <p:cNvSpPr txBox="1"/>
          <p:nvPr/>
        </p:nvSpPr>
        <p:spPr>
          <a:xfrm>
            <a:off x="8805759" y="4773176"/>
            <a:ext cx="33862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Dev only - </a:t>
            </a:r>
            <a:r>
              <a:rPr lang="en-US" sz="1400" u="sng" dirty="0"/>
              <a:t>Volume: </a:t>
            </a:r>
            <a:r>
              <a:rPr lang="en-US" sz="1400" u="sng" dirty="0" err="1"/>
              <a:t>node_modules</a:t>
            </a:r>
            <a:endParaRPr lang="en-US" sz="1400" u="sng" dirty="0"/>
          </a:p>
          <a:p>
            <a:r>
              <a:rPr lang="en-US" sz="1400" dirty="0"/>
              <a:t>Because in dev /app is volume mounted to the host AEGIS directory, that would also mount /app/</a:t>
            </a:r>
            <a:r>
              <a:rPr lang="en-US" sz="1400" dirty="0" err="1"/>
              <a:t>node_modules</a:t>
            </a:r>
            <a:r>
              <a:rPr lang="en-US" sz="1400" dirty="0"/>
              <a:t>. But we </a:t>
            </a:r>
            <a:r>
              <a:rPr lang="en-US" sz="1400" b="1" dirty="0"/>
              <a:t>do not</a:t>
            </a:r>
            <a:r>
              <a:rPr lang="en-US" sz="1400" dirty="0"/>
              <a:t> want that. </a:t>
            </a:r>
            <a:r>
              <a:rPr lang="en-US" sz="1400" dirty="0" err="1"/>
              <a:t>node_modules</a:t>
            </a:r>
            <a:r>
              <a:rPr lang="en-US" sz="1400" dirty="0"/>
              <a:t> may differ by OS, so a host Windows or Mac </a:t>
            </a:r>
            <a:r>
              <a:rPr lang="en-US" sz="1400" dirty="0" err="1"/>
              <a:t>node_modules</a:t>
            </a:r>
            <a:r>
              <a:rPr lang="en-US" sz="1400" dirty="0"/>
              <a:t> should not be volumed to the container. As such, we create this separate volume to mask the /app volume.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D9E8B9-709C-4321-819E-F71D827A6781}"/>
              </a:ext>
            </a:extLst>
          </p:cNvPr>
          <p:cNvSpPr txBox="1"/>
          <p:nvPr/>
        </p:nvSpPr>
        <p:spPr>
          <a:xfrm>
            <a:off x="8542897" y="2348774"/>
            <a:ext cx="23230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u="sng" dirty="0"/>
              <a:t>Dev only –</a:t>
            </a:r>
            <a:r>
              <a:rPr lang="en-US" sz="1400" u="sng" dirty="0"/>
              <a:t> Volume: /app</a:t>
            </a:r>
          </a:p>
          <a:p>
            <a:r>
              <a:rPr lang="en-US" sz="1400" dirty="0"/>
              <a:t>The host machine’s AEGIS directory is mounted as a volume so the </a:t>
            </a:r>
            <a:r>
              <a:rPr lang="en-US" sz="1400" dirty="0" err="1"/>
              <a:t>nextjs</a:t>
            </a:r>
            <a:r>
              <a:rPr lang="en-US" sz="1400" dirty="0"/>
              <a:t> container can respond to the developer’s code changes.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269EF7-A03A-44BF-A9D5-4DC2908A2B49}"/>
              </a:ext>
            </a:extLst>
          </p:cNvPr>
          <p:cNvSpPr txBox="1"/>
          <p:nvPr/>
        </p:nvSpPr>
        <p:spPr>
          <a:xfrm>
            <a:off x="5635099" y="1481123"/>
            <a:ext cx="1537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Read-only to serve static content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BC870C-57CA-4683-BD16-40FBBB46223D}"/>
              </a:ext>
            </a:extLst>
          </p:cNvPr>
          <p:cNvSpPr txBox="1"/>
          <p:nvPr/>
        </p:nvSpPr>
        <p:spPr>
          <a:xfrm>
            <a:off x="6161549" y="3295904"/>
            <a:ext cx="1187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Can write static content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0B32E8-B31E-43C8-B4C7-CF8528EBD180}"/>
              </a:ext>
            </a:extLst>
          </p:cNvPr>
          <p:cNvSpPr txBox="1"/>
          <p:nvPr/>
        </p:nvSpPr>
        <p:spPr>
          <a:xfrm>
            <a:off x="6092810" y="4241243"/>
            <a:ext cx="153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glow rad="38100">
                    <a:schemeClr val="bg1"/>
                  </a:glow>
                </a:effectLst>
              </a:rPr>
              <a:t>dev only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FBF0F0-F310-4B2A-A36E-B7C4651FB6E8}"/>
              </a:ext>
            </a:extLst>
          </p:cNvPr>
          <p:cNvSpPr txBox="1"/>
          <p:nvPr/>
        </p:nvSpPr>
        <p:spPr>
          <a:xfrm>
            <a:off x="6090695" y="3848576"/>
            <a:ext cx="1537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>
                  <a:glow rad="38100">
                    <a:schemeClr val="bg1"/>
                  </a:glow>
                </a:effectLst>
              </a:rPr>
              <a:t>dev only</a:t>
            </a:r>
          </a:p>
        </p:txBody>
      </p:sp>
    </p:spTree>
    <p:extLst>
      <p:ext uri="{BB962C8B-B14F-4D97-AF65-F5344CB8AC3E}">
        <p14:creationId xmlns:p14="http://schemas.microsoft.com/office/powerpoint/2010/main" val="289438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194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Montalvo, James (JSC-CX321)[KBR Wyle Services, LLC]</dc:creator>
  <cp:lastModifiedBy>Montalvo, James (JSC-CX321)[KBR Wyle Services, LLC]</cp:lastModifiedBy>
  <cp:revision>16</cp:revision>
  <dcterms:created xsi:type="dcterms:W3CDTF">2022-08-02T14:45:33Z</dcterms:created>
  <dcterms:modified xsi:type="dcterms:W3CDTF">2022-09-21T13:06:53Z</dcterms:modified>
</cp:coreProperties>
</file>